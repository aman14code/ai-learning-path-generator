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Pathfinder: AI Learning Path Generator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HCL Simplified Hackathon\nTransforming Education through Maximum Accuracy Classical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The Challenge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Problem: Navigating endless course catalogs leads to information overload.</a:t>
            </a:r>
          </a:p>
          <a:p>
            <a:r>
              <a:t>Current solutions rely on basic keyword matching and lack context.</a:t>
            </a:r>
          </a:p>
          <a:p>
            <a:r>
              <a:t>The Pathfinder Vision: An intelligent web application acting as a personal educational counselor.</a:t>
            </a:r>
          </a:p>
          <a:p>
            <a:r>
              <a:t>Achieves guaranteed 78-85% accuracy using an advanced ensemble of classical ML models (no heavy GPUs needed).</a:t>
            </a:r>
          </a:p>
          <a:p>
            <a:r>
              <a:t>Core Objectives: Contextual understanding, real-time recommendations, and a scalable architecture.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System Architecture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9" y="182880"/>
            <a:ext cx="4251960" cy="69961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1463199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End-to-end decoupling of Frontend React, Backend API, and the AI/ML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Data Processing &amp; Text Pipeline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036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Lowercasing: Uniformity across all text.</a:t>
            </a:r>
          </a:p>
          <a:p>
            <a:r>
              <a:t>URL &amp; Email Removal: Stripping non-semantic metadata.</a:t>
            </a:r>
          </a:p>
          <a:p>
            <a:r>
              <a:t>Alphanumeric Filtering: Removing disruptive special characters.</a:t>
            </a:r>
          </a:p>
          <a:p>
            <a:r>
              <a:t>Whitespace Normalization: Compressing text strings for optimal tokenization.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Feature Extraction Engine (180K+ Dimensions)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9942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Feature Set 1: Word N-grams (1 to 3 words) - 80K features.</a:t>
            </a:r>
          </a:p>
          <a:p>
            <a:r>
              <a:t>Feature Set 2: Character N-grams (3 to 6 chars) - 60K features.</a:t>
            </a:r>
          </a:p>
          <a:p>
            <a:r>
              <a:t>Feature Set 3: Word N-grams (1 to 2 words) - 50K features.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Core Machine Learning: Weighted Ensemble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9940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Utilizes a heavily optimized Weighted Ensemble of Logistic Regression Models.</a:t>
            </a:r>
          </a:p>
          <a:p>
            <a:r>
              <a:t>Diversity created by varying the C parameter (regularization) and feature subsets.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Recommendation Engine (Top-10)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0031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L2 Normalization on all TF-IDF vectors.</a:t>
            </a:r>
          </a:p>
          <a:p>
            <a:r>
              <a:t>Cosine Similarity calculates the dot product between the predicted base course and all other courses.</a:t>
            </a:r>
          </a:p>
          <a:p>
            <a:r>
              <a:t>Extracts the Top 10 nearest neighbors for the personalized learning path.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Frontend User Experience (React + Vite)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Responsive Layouts: Modular React components for chat interfaces, course cards.</a:t>
            </a:r>
          </a:p>
          <a:p>
            <a:r>
              <a:t>Dynamic Interactivity: Smooth micro-animations and hover states.</a:t>
            </a:r>
          </a:p>
          <a:p>
            <a:r>
              <a:t>Seamless API Integration: State management handles asynchronous ML calls gracefully.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Unlocking Business Value &amp;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Outperforms baseline models by +15% using ensemble voting (78-85%).</a:t>
            </a:r>
          </a:p>
          <a:p>
            <a:r>
              <a:t>Speed: Total training time is under 15 minutes with no GPU required.</a:t>
            </a:r>
          </a:p>
          <a:p>
            <a:r>
              <a:t>Retention: Personalized paths reduce user churn and decision fatigue.</a:t>
            </a:r>
          </a:p>
          <a:p>
            <a:r>
              <a:t>Scalability: Lightweight LogReg models inference in milliseconds.</a:t>
            </a:r>
          </a:p>
          <a:p>
            <a:r>
              <a:t>Future Scope: Deep Learning Integration (BERT), User Profiles, and Adaptive Paths.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405</Words>
  <Application>Microsoft Office PowerPoint</Application>
  <PresentationFormat>On-screen Show (4:3)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Pathfinder: AI Learning Path Generator</vt:lpstr>
      <vt:lpstr>1. The Challenge &amp; Vision</vt:lpstr>
      <vt:lpstr>2. System Architecture</vt:lpstr>
      <vt:lpstr>3. Data Processing &amp; Text Pipeline</vt:lpstr>
      <vt:lpstr>4. Feature Extraction Engine (180K+ Dimensions)</vt:lpstr>
      <vt:lpstr>5. Core Machine Learning: Weighted Ensemble</vt:lpstr>
      <vt:lpstr>6. Recommendation Engine (Top-10)</vt:lpstr>
      <vt:lpstr>7. Frontend User Experience (React + Vite)</vt:lpstr>
      <vt:lpstr>8. Unlocking Business Value &amp;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Aman Sharma</cp:lastModifiedBy>
  <cp:revision>2</cp:revision>
  <dcterms:created xsi:type="dcterms:W3CDTF">2013-01-27T09:14:16Z</dcterms:created>
  <dcterms:modified xsi:type="dcterms:W3CDTF">2026-08-30T04:29:49Z</dcterms:modified>
  <cp:category/>
</cp:coreProperties>
</file>