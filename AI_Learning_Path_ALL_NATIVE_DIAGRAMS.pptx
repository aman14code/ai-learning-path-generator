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LEARNING PATH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Personalized Learning Roadmaps Powered by AI</a:t>
            </a:r>
          </a:p>
          <a:p>
            <a:r>
              <a:t>Team: [Your Team Name]</a:t>
            </a:r>
          </a:p>
          <a:p>
            <a:r>
              <a:t>Hackathon: [Hackathon Name]</a:t>
            </a:r>
          </a:p>
          <a:p>
            <a:r>
              <a:t>Date: [Date]</a:t>
            </a:r>
          </a:p>
          <a:p>
            <a:r>
              <a:t>GitHub: github.com/aman14code/Ai-learning-path-generator</a:t>
            </a:r>
          </a:p>
          <a:p>
            <a:r>
              <a:t>Live Demo: ai-learning-path-generator-five.vercel.app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Current Challenges in Learning:</a:t>
            </a:r>
          </a:p>
          <a:p>
            <a:pPr>
              <a:defRPr sz="1800"/>
            </a:pPr>
            <a:r>
              <a:t>• Learners waste 40-60 hours searching "how to learn X"</a:t>
            </a:r>
          </a:p>
          <a:p>
            <a:pPr>
              <a:defRPr sz="1800"/>
            </a:pPr>
            <a:r>
              <a:t>• Generic roadmaps don't match individual skill levels</a:t>
            </a:r>
          </a:p>
          <a:p>
            <a:pPr>
              <a:defRPr sz="1800"/>
            </a:pPr>
            <a:r>
              <a:t>• Too many resources, no personalized guidance</a:t>
            </a:r>
          </a:p>
          <a:p>
            <a:pPr>
              <a:defRPr sz="1800"/>
            </a:pPr>
            <a:r>
              <a:t>• One-size-fits-all approach doesn't work</a:t>
            </a:r>
          </a:p>
          <a:p>
            <a:pPr>
              <a:defRPr sz="1800"/>
            </a:pPr>
            <a:r>
              <a:t>• Beginners get overwhelmed, advanced learners get bored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What if learning paths could be AI-generated based on YOUR current skills, time, and goals?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Learning Path Generator -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Enter your topic + current skill level + available time</a:t>
            </a:r>
          </a:p>
          <a:p>
            <a:pPr>
              <a:defRPr sz="1800"/>
            </a:pPr>
            <a:r>
              <a:t>✓ AI analyzes and generates personalized learning roadmap</a:t>
            </a:r>
          </a:p>
          <a:p>
            <a:pPr>
              <a:defRPr sz="1800"/>
            </a:pPr>
            <a:r>
              <a:t>✓ Step-by-step structured path with:</a:t>
            </a:r>
          </a:p>
          <a:p>
            <a:pPr>
              <a:defRPr sz="1800"/>
            </a:pPr>
            <a:r>
              <a:t>- Curated resources (videos, articles, projects)</a:t>
            </a:r>
          </a:p>
          <a:p>
            <a:pPr>
              <a:defRPr sz="1800"/>
            </a:pPr>
            <a:r>
              <a:t>- Estimated time for each module</a:t>
            </a:r>
          </a:p>
          <a:p>
            <a:pPr>
              <a:defRPr sz="1800"/>
            </a:pPr>
            <a:r>
              <a:t>- Difficulty progression</a:t>
            </a:r>
          </a:p>
          <a:p>
            <a:pPr>
              <a:defRPr sz="1800"/>
            </a:pPr>
            <a:r>
              <a:t>- Hands-on project suggestions</a:t>
            </a:r>
          </a:p>
          <a:p>
            <a:pPr>
              <a:defRPr sz="1800"/>
            </a:pPr>
            <a:r>
              <a:t>✓ Adaptive paths that match YOUR pace</a:t>
            </a:r>
          </a:p>
          <a:p>
            <a:pPr>
              <a:defRPr sz="1800"/>
            </a:pPr>
            <a:r>
              <a:t>✓ Save, track, and resume your learning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188720"/>
            <a:ext cx="1828800" cy="36576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  <a:br/>
            <a:r>
              <a:t>User Lands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828800" cy="36576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View Landing Page</a:t>
            </a:r>
          </a:p>
        </p:txBody>
      </p:sp>
      <p:sp>
        <p:nvSpPr>
          <p:cNvPr id="5" name="Diamond 4"/>
          <p:cNvSpPr/>
          <p:nvPr/>
        </p:nvSpPr>
        <p:spPr>
          <a:xfrm>
            <a:off x="3429000" y="2468880"/>
            <a:ext cx="2286000" cy="548640"/>
          </a:xfrm>
          <a:prstGeom prst="diamond">
            <a:avLst/>
          </a:prstGeom>
          <a:solidFill>
            <a:srgbClr val="FBBF24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Create Path?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182880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Fill Input Form</a:t>
            </a:r>
            <a:br/>
            <a:r>
              <a:t>Topic, Level,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1828800" cy="36576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Click Generate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754880"/>
            <a:ext cx="1828800" cy="36576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API /generate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394960"/>
            <a:ext cx="1828800" cy="36576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Display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6035040"/>
            <a:ext cx="1828800" cy="36576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END (Dashboard)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55448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194560"/>
            <a:ext cx="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3017520"/>
            <a:ext cx="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384048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44805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5120640"/>
            <a:ext cx="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576072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3657600" cy="45720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USER BROWSER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55448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0" y="1828800"/>
            <a:ext cx="3657600" cy="45720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VERCEL CDN / EDGE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28600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2560320"/>
            <a:ext cx="7315200" cy="2011680"/>
          </a:xfrm>
          <a:prstGeom prst="rect">
            <a:avLst/>
          </a:prstGeom>
          <a:solidFill>
            <a:srgbClr val="DBEAF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NEXT.JS 14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FRONTEND (React 18, TypeScript, Tailwind, Shadcn)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39"/>
            <a:ext cx="6400800" cy="64008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BACKEND (API Routes, Server Actions)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5720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45720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0" y="45720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371600" y="5029200"/>
            <a:ext cx="1828800" cy="91440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Google Gemini AI</a:t>
            </a:r>
            <a:br/>
            <a:r>
              <a:t>(gemini-pro)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5029200"/>
            <a:ext cx="1828800" cy="91440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  <a:br/>
            <a:r>
              <a:t>(MongoDB/Supabase)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5029200"/>
            <a:ext cx="1828800" cy="91440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Vercel Blob Storage</a:t>
            </a:r>
            <a:br/>
            <a:r>
              <a:t>(Assets/Images)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solidFill>
            <a:srgbClr val="DBEAF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FRONTEND LAYER (Next.js)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1828800" cy="64008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Landing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554480"/>
            <a:ext cx="1828800" cy="64008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Generator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54480"/>
            <a:ext cx="1828800" cy="64008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solidFill>
            <a:srgbClr val="E9D5FF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BACKEND LAYER (API Routes)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91840"/>
            <a:ext cx="1828800" cy="64008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/api/generate-path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291840"/>
            <a:ext cx="1828800" cy="64008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/api/save-path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291840"/>
            <a:ext cx="1828800" cy="64008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/api/get-paths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19456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19456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9456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D1FAE5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EXTERNAL 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029200"/>
            <a:ext cx="1828800" cy="64008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Google Gemini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029200"/>
            <a:ext cx="1828800" cy="64008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029200"/>
            <a:ext cx="1828800" cy="64008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Vercel Storage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39319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9319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39319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1. Smart Input     │ 2. AI Generation   │</a:t>
            </a:r>
          </a:p>
          <a:p>
            <a:pPr>
              <a:defRPr sz="1400">
                <a:latin typeface="Consolas"/>
              </a:defRPr>
            </a:pPr>
            <a:r>
              <a:t>│ [SCREENSHOT]       │ [SCREENSHOT]       │</a:t>
            </a:r>
          </a:p>
          <a:p>
            <a:pPr>
              <a:defRPr sz="1400">
                <a:latin typeface="Consolas"/>
              </a:defRPr>
            </a:pPr>
            <a:r>
              <a:t>│ Custom skill       │ Real-time path     │</a:t>
            </a:r>
          </a:p>
          <a:p>
            <a:pPr>
              <a:defRPr sz="1400">
                <a:latin typeface="Consolas"/>
              </a:defRPr>
            </a:pPr>
            <a:r>
              <a:t>│ level selection    │ creation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└────────────────────┴────────────────────┘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3. Detailed Path   │ 4. Save &amp; Track    │</a:t>
            </a:r>
          </a:p>
          <a:p>
            <a:pPr>
              <a:defRPr sz="1400">
                <a:latin typeface="Consolas"/>
              </a:defRPr>
            </a:pPr>
            <a:r>
              <a:t>│ [SCREENSHOT]       │ [SCREENSHOT]       │</a:t>
            </a:r>
          </a:p>
          <a:p>
            <a:pPr>
              <a:defRPr sz="1400">
                <a:latin typeface="Consolas"/>
              </a:defRPr>
            </a:pPr>
            <a:r>
              <a:t>│ Module breakdown   │ Progress tracking  │</a:t>
            </a:r>
          </a:p>
          <a:p>
            <a:pPr>
              <a:defRPr sz="1400">
                <a:latin typeface="Consolas"/>
              </a:defRPr>
            </a:pPr>
            <a:r>
              <a:t>│ with resources     │ dashboard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└────────────────────┴────────────────────┘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[Use ACTUAL screenshots from https://ai-learning-path-generator-five.vercel.app/]</a:t>
            </a:r>
          </a:p>
          <a:p>
            <a:pPr>
              <a:defRPr sz="1400">
                <a:latin typeface="Consolas"/>
              </a:defRPr>
            </a:pPr>
            <a:r>
              <a:t>[Add simple red arrows pointing to key features]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[SCREENSHOT: Homepage with input form]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[Add 2-3 small annotations with arrows:]</a:t>
            </a:r>
          </a:p>
          <a:p>
            <a:pPr>
              <a:defRPr sz="1800"/>
            </a:pPr>
            <a:r>
              <a:t>→ "User enters topic here"</a:t>
            </a:r>
          </a:p>
          <a:p>
            <a:pPr>
              <a:defRPr sz="1800"/>
            </a:pPr>
            <a:r>
              <a:t>→ "AI generates in &lt;5 seconds"</a:t>
            </a:r>
          </a:p>
          <a:p>
            <a:pPr>
              <a:defRPr sz="1800"/>
            </a:pPr>
            <a:r>
              <a:t>→ "Personalized based on skill level"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[CRITICAL: Take screenshot from your actual deployed site]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Generated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[SCREENSHOT: Show actual AI-generated learning path]</a:t>
            </a:r>
          </a:p>
          <a:p>
            <a:pPr>
              <a:defRPr sz="1800"/>
            </a:pPr>
            <a:r>
              <a:t>Example: "Learn React.js - Intermediate Level - 30 days"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1: Advanced Hooks</a:t>
            </a:r>
          </a:p>
          <a:p>
            <a:pPr>
              <a:defRPr sz="1800"/>
            </a:pPr>
            <a:r>
              <a:t>├─ Video: Custom Hooks Deep Dive (3 hrs)</a:t>
            </a:r>
          </a:p>
          <a:p>
            <a:pPr>
              <a:defRPr sz="1800"/>
            </a:pPr>
            <a:r>
              <a:t>├─ Article: useCallback vs useMemo</a:t>
            </a:r>
          </a:p>
          <a:p>
            <a:pPr>
              <a:defRPr sz="1800"/>
            </a:pPr>
            <a:r>
              <a:t>└─ Project: Build custom hook library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2: State Management</a:t>
            </a:r>
          </a:p>
          <a:p>
            <a:pPr>
              <a:defRPr sz="1800"/>
            </a:pPr>
            <a:r>
              <a:t>├─ Video: Redux Toolkit Tutorial (4 hrs)</a:t>
            </a:r>
          </a:p>
          <a:p>
            <a:pPr>
              <a:defRPr sz="1800"/>
            </a:pPr>
            <a:r>
              <a:t>├─ Practice: Zustand implementation</a:t>
            </a:r>
          </a:p>
          <a:p>
            <a:pPr>
              <a:defRPr sz="1800"/>
            </a:pPr>
            <a:r>
              <a:t>└─ Project: E-commerce cart with Redux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[Use real output from your app - take screenshot]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Implementation (Code Overview)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POST /api/generate-path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Request: Topic,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2194560" cy="54864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Construct AI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2194560" cy="54864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Call Gemini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2194560" cy="54864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Parse &amp; Structure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219456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Return 200 OK (Path)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37360" y="32918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37360" y="42062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37360" y="51206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91840" y="1371600"/>
            <a:ext cx="256032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POST /api/save-path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Request: Path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Auth &amp; Link to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572000"/>
            <a:ext cx="2194560" cy="54864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Insert to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5486400"/>
            <a:ext cx="219456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Return 200 OK (Saved)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749039"/>
            <a:ext cx="0" cy="365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51206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26480" y="1371600"/>
            <a:ext cx="256032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GET /api/get-paths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Request: User 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200400"/>
            <a:ext cx="2194560" cy="54864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Auth 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572000"/>
            <a:ext cx="2194560" cy="54864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Query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486400"/>
            <a:ext cx="2194560" cy="54864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Return Paths Array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06640" y="3749039"/>
            <a:ext cx="0" cy="365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06640" y="51206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Data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188720"/>
            <a:ext cx="1828800" cy="36576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User Input Captured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828800" cy="36576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Input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468880"/>
            <a:ext cx="1828800" cy="36576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Prompt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108960"/>
            <a:ext cx="1828800" cy="36576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Call Gemini API</a:t>
            </a:r>
          </a:p>
        </p:txBody>
      </p:sp>
      <p:sp>
        <p:nvSpPr>
          <p:cNvPr id="7" name="Diamond 6"/>
          <p:cNvSpPr/>
          <p:nvPr/>
        </p:nvSpPr>
        <p:spPr>
          <a:xfrm>
            <a:off x="3429000" y="3749039"/>
            <a:ext cx="2286000" cy="457200"/>
          </a:xfrm>
          <a:prstGeom prst="diamond">
            <a:avLst/>
          </a:prstGeom>
          <a:solidFill>
            <a:srgbClr val="FBBF24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Success?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480560"/>
            <a:ext cx="1828800" cy="36576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Response Parsing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120640"/>
            <a:ext cx="1828800" cy="36576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Data Structuring (JSON)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5760720"/>
            <a:ext cx="1828800" cy="36576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Save &amp; Return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55448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194560"/>
            <a:ext cx="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83464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3474720"/>
            <a:ext cx="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4206240"/>
            <a:ext cx="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484632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548640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Us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Personalization</a:t>
            </a:r>
          </a:p>
          <a:p>
            <a:pPr>
              <a:defRPr sz="1800"/>
            </a:pPr>
            <a:r>
              <a:t>• Not generic roadmaps - AI adapts to YOUR level</a:t>
            </a:r>
          </a:p>
          <a:p>
            <a:pPr>
              <a:defRPr sz="1800"/>
            </a:pPr>
            <a:r>
              <a:t>• Considers your available time constraints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🤖 Smart AI Integration</a:t>
            </a:r>
          </a:p>
          <a:p>
            <a:pPr>
              <a:defRPr sz="1800"/>
            </a:pPr>
            <a:r>
              <a:t>• Context-aware prompt engineering</a:t>
            </a:r>
          </a:p>
          <a:p>
            <a:pPr>
              <a:defRPr sz="1800"/>
            </a:pPr>
            <a:r>
              <a:t>• Structured output parsing</a:t>
            </a:r>
          </a:p>
          <a:p>
            <a:pPr>
              <a:defRPr sz="1800"/>
            </a:pPr>
            <a:r>
              <a:t>• Quality resource curation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⚡ User Experience</a:t>
            </a:r>
          </a:p>
          <a:p>
            <a:pPr>
              <a:defRPr sz="1800"/>
            </a:pPr>
            <a:r>
              <a:t>• &lt;5 second generation time</a:t>
            </a:r>
          </a:p>
          <a:p>
            <a:pPr>
              <a:defRPr sz="1800"/>
            </a:pPr>
            <a:r>
              <a:t>• Clean, intuitive interface</a:t>
            </a:r>
          </a:p>
          <a:p>
            <a:pPr>
              <a:defRPr sz="1800"/>
            </a:pPr>
            <a:r>
              <a:t>• Mobile responsive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💾 Practical Features</a:t>
            </a:r>
          </a:p>
          <a:p>
            <a:pPr>
              <a:defRPr sz="1800"/>
            </a:pPr>
            <a:r>
              <a:t>• Save multiple learning paths</a:t>
            </a:r>
          </a:p>
          <a:p>
            <a:pPr>
              <a:defRPr sz="1800"/>
            </a:pPr>
            <a:r>
              <a:t>• Track progress across modules</a:t>
            </a:r>
          </a:p>
          <a:p>
            <a:pPr>
              <a:defRPr sz="1800"/>
            </a:pPr>
            <a:r>
              <a:t>• Export/share functionality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We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/>
            </a:pPr>
            <a:r>
              <a:t>CHALLENGE → SOLUTION</a:t>
            </a:r>
          </a:p>
          <a:p>
            <a:pPr>
              <a:defRPr sz="1600"/>
            </a:pPr>
            <a:r>
              <a:t>─────────────────────────────────────────────</a:t>
            </a:r>
          </a:p>
          <a:p>
            <a:pPr>
              <a:defRPr sz="1600"/>
            </a:pPr>
            <a:r>
              <a:t>AI generating inconsistent → Strict prompt engineering formats with JSON schema validation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Slow API response times → Implemented streaming responses + loading states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Managing complex state → React Context + custom hooks architecture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Responsive design for → Tailwind + mobile-first complex data display approach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Cost optimization for → Rate limiting + caching API calls frequent requests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🎓 Students</a:t>
            </a:r>
          </a:p>
          <a:p>
            <a:pPr>
              <a:defRPr sz="1800"/>
            </a:pPr>
            <a:r>
              <a:t>• Clear roadmap for learning new technologies</a:t>
            </a:r>
          </a:p>
          <a:p>
            <a:pPr>
              <a:defRPr sz="1800"/>
            </a:pPr>
            <a:r>
              <a:t>• Avoid tutorial hell with structured approach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👨💼 Professionals</a:t>
            </a:r>
          </a:p>
          <a:p>
            <a:pPr>
              <a:defRPr sz="1800"/>
            </a:pPr>
            <a:r>
              <a:t>• Quick upskilling paths for career transitions</a:t>
            </a:r>
          </a:p>
          <a:p>
            <a:pPr>
              <a:defRPr sz="1800"/>
            </a:pPr>
            <a:r>
              <a:t>• Time-efficient learning for busy schedules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🏫 Educators</a:t>
            </a:r>
          </a:p>
          <a:p>
            <a:pPr>
              <a:defRPr sz="1800"/>
            </a:pPr>
            <a:r>
              <a:t>• Generate curriculum structures</a:t>
            </a:r>
          </a:p>
          <a:p>
            <a:pPr>
              <a:defRPr sz="1800"/>
            </a:pPr>
            <a:r>
              <a:t>• Personalized student guidance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Potential Metrics (if you have data):</a:t>
            </a:r>
          </a:p>
          <a:p>
            <a:pPr>
              <a:defRPr sz="1800"/>
            </a:pPr>
            <a:r>
              <a:t>• X paths generated</a:t>
            </a:r>
          </a:p>
          <a:p>
            <a:pPr>
              <a:defRPr sz="1800"/>
            </a:pPr>
            <a:r>
              <a:t>• Y average time saved per user</a:t>
            </a:r>
          </a:p>
          <a:p>
            <a:pPr>
              <a:defRPr sz="1800"/>
            </a:pPr>
            <a:r>
              <a:t>• Z% user satisfaction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</a:p>
          <a:p>
            <a:pPr>
              <a:defRPr sz="1400"/>
            </a:pPr>
            <a:r>
              <a:t>🔄 Progress Tracking</a:t>
            </a:r>
          </a:p>
          <a:p>
            <a:pPr>
              <a:defRPr sz="1400"/>
            </a:pPr>
            <a:r>
              <a:t>• Mark completed modules</a:t>
            </a:r>
          </a:p>
          <a:p>
            <a:pPr>
              <a:defRPr sz="1400"/>
            </a:pPr>
            <a:r>
              <a:t>• Visual progress bars</a:t>
            </a:r>
          </a:p>
          <a:p>
            <a:pPr>
              <a:defRPr sz="1400"/>
            </a:pPr>
            <a:r>
              <a:t>• Achievement system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👥 Community Features</a:t>
            </a:r>
          </a:p>
          <a:p>
            <a:pPr>
              <a:defRPr sz="1400"/>
            </a:pPr>
            <a:r>
              <a:t>• Share learning paths</a:t>
            </a:r>
          </a:p>
          <a:p>
            <a:pPr>
              <a:defRPr sz="1400"/>
            </a:pPr>
            <a:r>
              <a:t>• User ratings on resources</a:t>
            </a:r>
          </a:p>
          <a:p>
            <a:pPr>
              <a:defRPr sz="1400"/>
            </a:pPr>
            <a:r>
              <a:t>• Community recommendations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🎯 Advanced AI</a:t>
            </a:r>
          </a:p>
          <a:p>
            <a:pPr>
              <a:defRPr sz="1400"/>
            </a:pPr>
            <a:r>
              <a:t>• Learning style adaptation</a:t>
            </a:r>
          </a:p>
          <a:p>
            <a:pPr>
              <a:defRPr sz="1400"/>
            </a:pPr>
            <a:r>
              <a:t>• Resource quality scoring</a:t>
            </a:r>
          </a:p>
          <a:p>
            <a:pPr>
              <a:defRPr sz="1400"/>
            </a:pPr>
            <a:r>
              <a:t>• Prerequisite detection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📱 Mobile App</a:t>
            </a:r>
          </a:p>
          <a:p>
            <a:pPr>
              <a:defRPr sz="1400"/>
            </a:pPr>
            <a:r>
              <a:t>• Native iOS/Android apps</a:t>
            </a:r>
          </a:p>
          <a:p>
            <a:pPr>
              <a:defRPr sz="1400"/>
            </a:pPr>
            <a:r>
              <a:t>• Offline path access</a:t>
            </a:r>
          </a:p>
          <a:p>
            <a:pPr>
              <a:defRPr sz="1400"/>
            </a:pPr>
            <a:r>
              <a:t>• Push notifications for milestones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🔗 Integrations</a:t>
            </a:r>
          </a:p>
          <a:p>
            <a:pPr>
              <a:defRPr sz="1400"/>
            </a:pPr>
            <a:r>
              <a:t>• YouTube, Coursera, Udemy APIs</a:t>
            </a:r>
          </a:p>
          <a:p>
            <a:pPr>
              <a:defRPr sz="1400"/>
            </a:pPr>
            <a:r>
              <a:t>• Calendar integration</a:t>
            </a:r>
          </a:p>
          <a:p>
            <a:pPr>
              <a:defRPr sz="1400"/>
            </a:pPr>
            <a:r>
              <a:t>• Note-taking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600"/>
            </a:pPr>
          </a:p>
          <a:p>
            <a:pPr>
              <a:defRPr sz="1800"/>
            </a:pPr>
            <a:r>
              <a:t>🎥 LIVE DEMONSTRATION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Let's see it in action!</a:t>
            </a:r>
          </a:p>
          <a:p>
            <a:pPr>
              <a:defRPr sz="1800"/>
            </a:pPr>
            <a:r>
              <a:t>→ ai-learning-path-generator-five.vercel.app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[Keep this slide minimal - you'll do live demo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&amp; Technical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/>
            </a:pPr>
            <a:r>
              <a:t>📦 GitHub Repository</a:t>
            </a:r>
          </a:p>
          <a:p>
            <a:pPr>
              <a:defRPr sz="1600"/>
            </a:pPr>
            <a:r>
              <a:t>github.com/aman14code/Ai-learning-path-generator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[Optional: Add screenshot of GitHub repo showing:]</a:t>
            </a:r>
          </a:p>
          <a:p>
            <a:pPr>
              <a:defRPr sz="1600"/>
            </a:pPr>
            <a:r>
              <a:t>- Stars/Forks count</a:t>
            </a:r>
          </a:p>
          <a:p>
            <a:pPr>
              <a:defRPr sz="1600"/>
            </a:pPr>
            <a:r>
              <a:t>- Commit history</a:t>
            </a:r>
          </a:p>
          <a:p>
            <a:pPr>
              <a:defRPr sz="1600"/>
            </a:pPr>
            <a:r>
              <a:t>- README preview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🔧 Project Stats:</a:t>
            </a:r>
          </a:p>
          <a:p>
            <a:pPr>
              <a:defRPr sz="1600"/>
            </a:pPr>
            <a:r>
              <a:t>• Lines of Code: [check with cloc or GitHub stats]</a:t>
            </a:r>
          </a:p>
          <a:p>
            <a:pPr>
              <a:defRPr sz="1600"/>
            </a:pPr>
            <a:r>
              <a:t>• Components: [count your React components]</a:t>
            </a:r>
          </a:p>
          <a:p>
            <a:pPr>
              <a:defRPr sz="1600"/>
            </a:pPr>
            <a:r>
              <a:t>• API Endpoints: [list them]</a:t>
            </a:r>
          </a:p>
          <a:p>
            <a:pPr>
              <a:defRPr sz="1600"/>
            </a:pPr>
            <a:r>
              <a:t>• Development Time: [how long you built it]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📄 Well-documented codebase with:</a:t>
            </a:r>
          </a:p>
          <a:p>
            <a:pPr>
              <a:defRPr sz="1600"/>
            </a:pPr>
            <a:r>
              <a:t>• Clean component structure</a:t>
            </a:r>
          </a:p>
          <a:p>
            <a:pPr>
              <a:defRPr sz="1600"/>
            </a:pPr>
            <a:r>
              <a:t>• TypeScript for type safety</a:t>
            </a:r>
          </a:p>
          <a:p>
            <a:pPr>
              <a:defRPr sz="1600"/>
            </a:pPr>
            <a:r>
              <a:t>• Reusable custom hooks</a:t>
            </a:r>
          </a:p>
          <a:p>
            <a:pPr>
              <a:defRPr sz="1600"/>
            </a:pPr>
            <a:r>
              <a:t>• Comprehensive README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AI LEARNING PATH GENERATOR</a:t>
            </a:r>
          </a:p>
          <a:p>
            <a:pPr>
              <a:defRPr sz="1800"/>
            </a:pPr>
            <a:r>
              <a:t>Making Personalized Learning Accessible to Everyone</a:t>
            </a:r>
          </a:p>
          <a:p>
            <a:pPr>
              <a:defRPr sz="1800"/>
            </a:pPr>
            <a:r>
              <a:t>────────────────────────────────────</a:t>
            </a:r>
          </a:p>
          <a:p>
            <a:pPr>
              <a:defRPr sz="1800"/>
            </a:pPr>
            <a:r>
              <a:t>🔗 Live App: ai-learning-path-generator-five.vercel.app</a:t>
            </a:r>
          </a:p>
          <a:p>
            <a:pPr>
              <a:defRPr sz="1800"/>
            </a:pPr>
            <a:r>
              <a:t>💻 GitHub: github.com/aman14code/Ai-learning-path-generator</a:t>
            </a:r>
          </a:p>
          <a:p>
            <a:pPr>
              <a:defRPr sz="1800"/>
            </a:pPr>
            <a:r>
              <a:t>────────────────────────────────────</a:t>
            </a:r>
          </a:p>
          <a:p>
            <a:pPr>
              <a:defRPr sz="1800"/>
            </a:pPr>
            <a:r>
              <a:t>Team Members:</a:t>
            </a:r>
          </a:p>
          <a:p>
            <a:pPr>
              <a:defRPr sz="1800"/>
            </a:pPr>
            <a:r>
              <a:t>• [Name 1] - [Role]</a:t>
            </a:r>
          </a:p>
          <a:p>
            <a:pPr>
              <a:defRPr sz="1800"/>
            </a:pPr>
            <a:r>
              <a:t>• [Name 2] - [Role]</a:t>
            </a:r>
          </a:p>
          <a:p>
            <a:pPr>
              <a:defRPr sz="1800"/>
            </a:pPr>
            <a:r>
              <a:t>• [Name 3] - [Role]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Contact: [your-email]</a:t>
            </a:r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