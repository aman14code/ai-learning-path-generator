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PathFinder &amp; Ultimate ML Recommender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An AI-Powered Personalized Learning Ecosystem</a:t>
            </a:r>
          </a:p>
          <a:p>
            <a:pPr>
              <a:defRPr sz="2000"/>
            </a:pPr>
            <a:r>
              <a:t>HCL Simplified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Problem: The Paradox of Choice in learning &amp; messy unstructured review data.</a:t>
            </a:r>
          </a:p>
          <a:p>
            <a:pPr>
              <a:defRPr sz="2000"/>
            </a:pPr>
            <a:r>
              <a:t>• Solution: A full-stack (React/FastAPI) adaptive learning platform.</a:t>
            </a:r>
          </a:p>
          <a:p>
            <a:pPr>
              <a:defRPr sz="2000"/>
            </a:pPr>
            <a:r>
              <a:t>• AI Engine: A custom hybrid NLP Model (Regex + TF-IDF Ensemble) trained on 110K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5651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Practical Explanation: This shows the high-level flow.</a:t>
            </a:r>
          </a:p>
          <a:p>
            <a:pPr>
              <a:defRPr sz="1600"/>
            </a:pPr>
            <a:r>
              <a:t>User interacts with the Vite/React Frontend -&gt; HTTP requests hit the FastAPI Backend -&gt; Backend delegates to the SQLite DB for state or the ML Engine for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 (React + Vite)</a:t>
            </a:r>
          </a:p>
        </p:txBody>
      </p:sp>
      <p:pic>
        <p:nvPicPr>
          <p:cNvPr id="3" name="Picture 2" descr="reac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3935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Practical Explanation: We decoupled standard UI components from complex Canvas renders.</a:t>
            </a:r>
          </a:p>
          <a:p>
            <a:pPr>
              <a:defRPr sz="1600"/>
            </a:pPr>
            <a:r>
              <a:t>React Router handles page navigation, while specialized components use HTML5 Canvas API for the Force-Directed Knowledge Graph and the Skill Radar Chart to ensure 60fps rendering without DOM lag.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 (FastAPI)</a:t>
            </a:r>
          </a:p>
        </p:txBody>
      </p:sp>
      <p:pic>
        <p:nvPicPr>
          <p:cNvPr id="3" name="Picture 2" descr="fastap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220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Practical Explanation: FastAPI provides asynchronous, non-blocking HTTP endpoints.</a:t>
            </a:r>
          </a:p>
          <a:p>
            <a:pPr>
              <a:defRPr sz="1600"/>
            </a:pPr>
            <a:r>
              <a:t>Depending on the route, it queries the SQLite DB using standard SQL, or runs matrices through scikit-learn. Precomputed TF-IDF vectors are loaded into RAM on startup to guarantee &lt;50ms response times.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(SQLite)</a:t>
            </a:r>
          </a:p>
        </p:txBody>
      </p:sp>
      <p:pic>
        <p:nvPicPr>
          <p:cNvPr id="3" name="Picture 2" descr="db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2546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Practical Explanation: We use a relational SQLite database for zero-config deployment.</a:t>
            </a:r>
          </a:p>
          <a:p>
            <a:pPr>
              <a:defRPr sz="1600"/>
            </a:pPr>
            <a:r>
              <a:t>The 'users' table is the central hub. It has one-to-many relationships tracking course 'progress', 'chat_history', 'feedback' ratings, and daily 'learning_analytics'.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NLP Pipeline</a:t>
            </a:r>
          </a:p>
        </p:txBody>
      </p:sp>
      <p:pic>
        <p:nvPicPr>
          <p:cNvPr id="3" name="Picture 2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79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Practical Explanation: Raw reviews are cleaned, then vectorized using both Word &amp; Character N-Grams.</a:t>
            </a:r>
          </a:p>
          <a:p>
            <a:pPr>
              <a:defRPr sz="1600"/>
            </a:pPr>
            <a:r>
              <a:t>A 3-Model Ensemble (LogReg + LinearSVC) classifies the course. Finally, we isolate the course's historical data and use Cosine Similarity to find the Top 10 closest reviews to the user's specific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Theory: Why Not LLMs?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Character N-Grams: Our model looks at 3-6 letter chunks. This is our mathematical defense against real-world typos and misspellings.</a:t>
            </a:r>
          </a:p>
          <a:p>
            <a:pPr>
              <a:defRPr sz="2000"/>
            </a:pPr>
            <a:r>
              <a:t>• Linear Models: We used Logistic Regression and LinearSVC because deep learning overfits easily on text classification of this size.</a:t>
            </a:r>
          </a:p>
          <a:p>
            <a:pPr>
              <a:defRPr sz="2000"/>
            </a:pPr>
            <a:r>
              <a:t>• Speed &amp; Cost: Trains in minutes on a CPU; inferences take milliseconds. Highly scalable for enterprise deployment without massive GPU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Theory: DAG Topological Sorting for Roadmaps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Problem: Learning paths must obey strict prerequisites (e.g., HTML -&gt; JS -&gt; React).</a:t>
            </a:r>
          </a:p>
          <a:p>
            <a:pPr>
              <a:defRPr sz="2000"/>
            </a:pPr>
            <a:r>
              <a:t>• Solution: We mathematically represent the curriculum as a Directed Acyclic Graph (DAG).</a:t>
            </a:r>
          </a:p>
          <a:p>
            <a:pPr>
              <a:defRPr sz="2000"/>
            </a:pPr>
            <a:r>
              <a:t>• Execution: We run a Topological Sort algorithm (Kahn's Algorithm).</a:t>
            </a:r>
          </a:p>
          <a:p>
            <a:pPr>
              <a:defRPr sz="2000"/>
            </a:pPr>
            <a:r>
              <a:t>• Practical Result: A mathematically guaranteed, chronologically accurate learning roadmap where users never encounter a course they aren't prepared for.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Screenshot: Skill Radar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DASHBOARD / RADAR CHART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Screenshot: Dynamic Learning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THE LEARNING PATH TIMELINE HERE]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Screenshot: Canvas Knowledge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THE GRAPH UI HERE]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Screenshot: AI Chat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THE CHAT ASSISTANT HERE]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Why This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Technical Depth: Custom ML pipelines + Advanced Graph Algorithms + Optimized DB Schema.</a:t>
            </a:r>
          </a:p>
          <a:p>
            <a:pPr>
              <a:defRPr sz="2000"/>
            </a:pPr>
            <a:r>
              <a:t>• Business Value: Ready to deploy for HCL's internal Learning &amp; Development.</a:t>
            </a:r>
          </a:p>
          <a:p>
            <a:pPr>
              <a:defRPr sz="2000"/>
            </a:pPr>
            <a:r>
              <a:t>• User Experience: Premium Glassmorphism UI, Zero-latency interactions.</a:t>
            </a:r>
          </a:p>
          <a:p>
            <a:pPr>
              <a:defRPr sz="2000"/>
            </a:pPr>
            <a:r>
              <a:t>• Thank you! Let's jump into the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