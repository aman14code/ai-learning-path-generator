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PathFinder &amp; Ultimate Recommender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Personalized Learning Paths</a:t>
            </a:r>
          </a:p>
          <a:p>
            <a:r>
              <a:t>HCL Simplified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The Learning Maze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Information Overload: Learners are paralyzed by the 'Paradox of Choice'.</a:t>
            </a:r>
          </a:p>
          <a:p>
            <a:pPr>
              <a:defRPr sz="2000"/>
            </a:pPr>
            <a:r>
              <a:t>• Generic Roadmaps: One-size-fits-all paths don't fit individual goals.</a:t>
            </a:r>
          </a:p>
          <a:p>
            <a:pPr>
              <a:defRPr sz="2000"/>
            </a:pPr>
            <a:r>
              <a:t>• High Drop-off Rates: Frustration leads to abandoned learning goals.</a:t>
            </a:r>
          </a:p>
          <a:p>
            <a:pPr>
              <a:defRPr sz="2000"/>
            </a:pPr>
            <a:r>
              <a:t>• Unstructured Data: Course reviews are messy, ambiguous, and hard to classify.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PathFinder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Intelligent Assistant: Curates dynamic, personalized learning roadmaps.</a:t>
            </a:r>
          </a:p>
          <a:p>
            <a:pPr>
              <a:defRPr sz="2000"/>
            </a:pPr>
            <a:r>
              <a:t>• Seamless UI/UX: Conversational onboarding and gamified progress tracking.</a:t>
            </a:r>
          </a:p>
          <a:p>
            <a:pPr>
              <a:defRPr sz="2000"/>
            </a:pPr>
            <a:r>
              <a:t>• Robust AI Engine: A custom hybrid NLP ML model for precise recommendations.</a:t>
            </a:r>
          </a:p>
          <a:p>
            <a:pPr>
              <a:defRPr sz="2000"/>
            </a:pPr>
            <a:r>
              <a:t>• End-to-End Ecosystem: Recommendation, Tracking, and AI Mentorship in one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(The 'Wow' Factor)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Conversational Onboarding: Interactive, zero-friction user profiling.</a:t>
            </a:r>
          </a:p>
          <a:p>
            <a:pPr>
              <a:defRPr sz="2000"/>
            </a:pPr>
            <a:r>
              <a:t>• Dynamic Roadmaps: Topological sorting for prerequisite-aware paths.</a:t>
            </a:r>
          </a:p>
          <a:p>
            <a:pPr>
              <a:defRPr sz="2000"/>
            </a:pPr>
            <a:r>
              <a:t>• AI Chat Assistant: 24/7 mentor for tech comparisons and study tips.</a:t>
            </a:r>
          </a:p>
          <a:p>
            <a:pPr>
              <a:defRPr sz="2000"/>
            </a:pPr>
            <a:r>
              <a:t>• Visual Dashboard: Real-time skill mapping and course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Full-Stack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Frontend: React + Vite (Blazing fast, component-based UI).</a:t>
            </a:r>
          </a:p>
          <a:p>
            <a:pPr>
              <a:defRPr sz="2000"/>
            </a:pPr>
            <a:r>
              <a:t>• Backend: Python + FastAPI (High-performance API routing).</a:t>
            </a:r>
          </a:p>
          <a:p>
            <a:pPr>
              <a:defRPr sz="2000"/>
            </a:pPr>
            <a:r>
              <a:t>• Database: SQLite (Lightweight, zero-config data management).</a:t>
            </a:r>
          </a:p>
          <a:p>
            <a:pPr>
              <a:defRPr sz="2000"/>
            </a:pPr>
            <a:r>
              <a:t>• ML Engine: scikit-learn (Sub-50ms inference times).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ML Engine: Two-Pronged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Goal: Map unstructured reviews to 80 unique courses with max accuracy.</a:t>
            </a:r>
          </a:p>
          <a:p>
            <a:pPr>
              <a:defRPr sz="2000"/>
            </a:pPr>
            <a:r>
              <a:t>• Prong 1 (Direct Match): Optimized regex heuristic for explicit mentions (near 100% precision).</a:t>
            </a:r>
          </a:p>
          <a:p>
            <a:pPr>
              <a:defRPr sz="2000"/>
            </a:pPr>
            <a:r>
              <a:t>• Prong 2 (ML Ensemble): For implicit reviews, falls back to a 3-model weighted ensemble.</a:t>
            </a:r>
          </a:p>
          <a:p>
            <a:pPr>
              <a:defRPr sz="2000"/>
            </a:pPr>
            <a:r>
              <a:t>• Benefit: Prioritizes certainty before relying on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NLP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Dataset: Trained on 110,000+ real course reviews.</a:t>
            </a:r>
          </a:p>
          <a:p>
            <a:pPr>
              <a:defRPr sz="2000"/>
            </a:pPr>
            <a:r>
              <a:t>• Word TF-IDF: Captures semantic meaning (1 to 3 n-grams).</a:t>
            </a:r>
          </a:p>
          <a:p>
            <a:pPr>
              <a:defRPr sz="2000"/>
            </a:pPr>
            <a:r>
              <a:t>• Character TF-IDF: Defends against real-world typos and spelling variations.</a:t>
            </a:r>
          </a:p>
          <a:p>
            <a:pPr>
              <a:defRPr sz="2000"/>
            </a:pPr>
            <a:r>
              <a:t>• The Ensemble: Logistic Regression (Word) + Logistic Regression (Char) + LinearSVC (Combined).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Generating Top 10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Step 1: Predict the target course using the hybrid model.</a:t>
            </a:r>
          </a:p>
          <a:p>
            <a:pPr>
              <a:defRPr sz="2000"/>
            </a:pPr>
            <a:r>
              <a:t>• Step 2: Isolate all historical training reviews for that specific course.</a:t>
            </a:r>
          </a:p>
          <a:p>
            <a:pPr>
              <a:defRPr sz="2000"/>
            </a:pPr>
            <a:r>
              <a:t>• Step 3: Compute Cosine Similarity using the combined Word+Char feature matrix.</a:t>
            </a:r>
          </a:p>
          <a:p>
            <a:pPr>
              <a:defRPr sz="2000"/>
            </a:pPr>
            <a:r>
              <a:t>• Step 4: Return the 10 mathematically closest reviews for hyper-relevant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Deep Learning? (Engineering Pragmatism)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Speed: Trains in minutes on CPU; inferences take milliseconds.</a:t>
            </a:r>
          </a:p>
          <a:p>
            <a:pPr>
              <a:defRPr sz="2000"/>
            </a:pPr>
            <a:r>
              <a:t>• Interpretability: Linear models allow us to see exactly which words drive predictions.</a:t>
            </a:r>
          </a:p>
          <a:p>
            <a:pPr>
              <a:defRPr sz="2000"/>
            </a:pPr>
            <a:r>
              <a:t>• Reliability: Prevents severe overfitting common in LLMs on specialized text data.</a:t>
            </a:r>
          </a:p>
          <a:p>
            <a:pPr>
              <a:defRPr sz="2000"/>
            </a:pPr>
            <a:r>
              <a:t>• Cost-Effective: Highly scalable for enterprise deployment without massive GPU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For Learners: Reduces time-to-skill and increases completion rates.</a:t>
            </a:r>
          </a:p>
          <a:p>
            <a:pPr>
              <a:defRPr sz="2000"/>
            </a:pPr>
            <a:r>
              <a:t>• For HCL: A ready-to-deploy L&amp;D engine to personalize employee upskilling.</a:t>
            </a:r>
          </a:p>
          <a:p>
            <a:pPr>
              <a:defRPr sz="2000"/>
            </a:pPr>
            <a:r>
              <a:t>• Future: Direct LMS integrations (Coursera APIs) &amp; Adaptive Learning difficulty.</a:t>
            </a:r>
          </a:p>
          <a:p>
            <a:pPr>
              <a:defRPr sz="2000"/>
            </a:pPr>
            <a:r>
              <a:t>• Thank you! Time for a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